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31802-A7D9-4BBE-877D-7FD666528D0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6362F-7205-41FF-8B0B-A8A6B6569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18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6362F-7205-41FF-8B0B-A8A6B6569EC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7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1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1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45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87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78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97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7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2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5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51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5563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84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516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11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53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18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08E03-3158-4805-B120-329C24CEFCA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9C8EC-C1A0-4640-978A-17EFEA847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315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A7C5-8E50-F5A1-FE25-A0B6E06C4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3360" y="1774371"/>
            <a:ext cx="9448800" cy="3309257"/>
          </a:xfrm>
        </p:spPr>
        <p:txBody>
          <a:bodyPr>
            <a:normAutofit fontScale="90000"/>
          </a:bodyPr>
          <a:lstStyle/>
          <a:p>
            <a:r>
              <a:rPr lang="en-US" sz="5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US" sz="5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b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Inventory Forecast &amp; Auto-Restock System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			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Shiva Kumar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Ram Charan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Bhanu Prakash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Bharath K 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VennilaGnanavel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71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mium download illustration of warehouse management">
            <a:extLst>
              <a:ext uri="{FF2B5EF4-FFF2-40B4-BE49-F238E27FC236}">
                <a16:creationId xmlns:a16="http://schemas.microsoft.com/office/drawing/2014/main" id="{ECEE7D3D-32AC-7585-8C6C-F7CE93155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848" y="274320"/>
            <a:ext cx="5158162" cy="630936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D728BA-FA59-70A2-2570-61D52438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04240" y="1098171"/>
            <a:ext cx="5631758" cy="77724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6E11E-C124-D9D0-ABEA-B25FD49D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122675"/>
            <a:ext cx="5725886" cy="4024125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is an intelligent system optimizing stock levels using AI for demand forecasting.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seamless product management and real time tracking of stock-in and stock-out operations.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methods are time-consuming and error-prone, leading to inaccurate inventory data and delayed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203144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EFC8-A756-05D5-90F4-4DBB06ED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597497"/>
            <a:ext cx="8610600" cy="129302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2308-B251-521C-3E04-96F432173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6609080" cy="402412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Inventory Issues: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suffer from manual tracking, inaccurate predictions, overstocking, stockouts, and a lack of real-time visibility hindering effective inventory control.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Advantage: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these issues by leveraging AI to automate and optimize inventory management for better decision-making and resource allocation.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EFFCCE-16AA-E180-9B9F-5ECF7D9D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880" y="2194560"/>
            <a:ext cx="4389120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31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980D-2CCD-4570-7184-5C03BFE7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08DFE9-0896-3C30-6B41-3C6D284ACF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9" y="2307358"/>
            <a:ext cx="2168128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62B9E29-A4CB-92B2-D2C2-F79F8A1D3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22" y="4437783"/>
            <a:ext cx="1978079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283BC6B3-0115-EE42-1B8B-746A52615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28" y="2307358"/>
            <a:ext cx="2168128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6546682-8B1C-F8B3-9845-18778BD7F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22" y="2307357"/>
            <a:ext cx="1978078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7F1BB611-EFC4-CC10-8F8F-3C8B0C09C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98" y="4437783"/>
            <a:ext cx="2168127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95292D38-E000-A0AE-F946-3A01948FE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28" y="4437783"/>
            <a:ext cx="2168127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Modern Front-End Development Tools and Technologies Vector Illustration">
            <a:extLst>
              <a:ext uri="{FF2B5EF4-FFF2-40B4-BE49-F238E27FC236}">
                <a16:creationId xmlns:a16="http://schemas.microsoft.com/office/drawing/2014/main" id="{590F6CAB-880E-6AAB-95F0-5431F680F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456" y="2307357"/>
            <a:ext cx="2583863" cy="384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27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23E-4966-612A-A6B2-6B628E4B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C719-2E71-11BD-4A1C-E321B1B9D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694680" cy="40241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Role Management: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Register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Users can securely access the system through login/registration processes which ensures controlled access to sensitive inventory data.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enables customized roles with predefined permissions. In this way, data security is enhanced.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A4E19A0-62DF-5DD0-98A4-5459F4505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040" y="2001520"/>
            <a:ext cx="4709160" cy="377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20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E8A8-0BF4-03D6-24ED-04EDD69A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96282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1C53-FAEB-F987-9ACC-7F0C9CB23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16910"/>
            <a:ext cx="3683000" cy="402412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Add/Edit/Delete Products: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manage the product catalog efficiently by adding, editing, or deleting products, maintaining accurate inventory records which leads to efficient tracking.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0B6E3C-FBD9-3373-A6A5-F6685EC5D794}"/>
              </a:ext>
            </a:extLst>
          </p:cNvPr>
          <p:cNvSpPr txBox="1">
            <a:spLocks/>
          </p:cNvSpPr>
          <p:nvPr/>
        </p:nvSpPr>
        <p:spPr>
          <a:xfrm>
            <a:off x="4254500" y="3225800"/>
            <a:ext cx="3683000" cy="2992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Catalog Management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product catalog simplifies searching and selection of items. Also, it simplifies stock management and reduces errors.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D4D0F9-906F-D027-E6CB-A889F5C48761}"/>
              </a:ext>
            </a:extLst>
          </p:cNvPr>
          <p:cNvSpPr txBox="1">
            <a:spLocks/>
          </p:cNvSpPr>
          <p:nvPr/>
        </p:nvSpPr>
        <p:spPr>
          <a:xfrm>
            <a:off x="7823200" y="3225800"/>
            <a:ext cx="36830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Management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vendors simplifies restocking, enables cost reductions, and manages supplier relationships effectively.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E8378E0-7E61-BA7A-AD03-9C327220C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727200"/>
            <a:ext cx="3291840" cy="11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1866287-CC14-9BD3-D6E0-F1D2BA438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0" y="1727200"/>
            <a:ext cx="3291840" cy="11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BE41A42-AEF3-3F81-A051-43421503B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60" y="1727200"/>
            <a:ext cx="3291840" cy="112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79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6657-8255-5E2D-4CB3-62805242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43DA2-856D-E481-B0FA-23AC8ADC8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6609080" cy="40241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Stock-in: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incoming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shipments,updating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count in real time ensuring accurate stock levels and minimizing discrepancies.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Stock-out: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product dispatch, detect from inventory automatically update availability quickly improve order fulfilment, accuracy and customer satisfaction.</a:t>
            </a:r>
          </a:p>
        </p:txBody>
      </p:sp>
      <p:pic>
        <p:nvPicPr>
          <p:cNvPr id="5122" name="Picture 2" descr="Warehouse Employee Scanning Parcel Barcodes For Inventory Management">
            <a:extLst>
              <a:ext uri="{FF2B5EF4-FFF2-40B4-BE49-F238E27FC236}">
                <a16:creationId xmlns:a16="http://schemas.microsoft.com/office/drawing/2014/main" id="{6B931A7D-7896-AF19-3417-277DFCD7B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680" y="1747519"/>
            <a:ext cx="4998720" cy="447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11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AAC7-A385-16C5-528F-A44F082C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75ECD-12D8-37BD-2FAD-D527738A9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816600" cy="402412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secure role based management access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Admin,Manager,Vendor,users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solutions minimize staff workload and increase process efficiencies.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real time stock accuracy using Analytics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allocation for product purchasing that supports profitable growth and matches marketing and sales strategies.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DC53438-03B3-C3BD-6CD8-A4025BED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976120"/>
            <a:ext cx="5120640" cy="164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Blue dashboard infographic template. Visualization big data">
            <a:extLst>
              <a:ext uri="{FF2B5EF4-FFF2-40B4-BE49-F238E27FC236}">
                <a16:creationId xmlns:a16="http://schemas.microsoft.com/office/drawing/2014/main" id="{3E7CC601-B2F4-EA70-9D42-ADAFF54F0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760" y="3779520"/>
            <a:ext cx="4094480" cy="271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40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84E7B-2E73-EF79-8224-97B12440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E0A55-0B60-AA20-8DD6-F186CE05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57401"/>
            <a:ext cx="4643120" cy="274319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convenient management of processes and Data.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for Inventory Queries can be developed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commands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“Check stock of Product A”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“Show low stock items”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Generated image: Managing inventory with voice commands">
            <a:extLst>
              <a:ext uri="{FF2B5EF4-FFF2-40B4-BE49-F238E27FC236}">
                <a16:creationId xmlns:a16="http://schemas.microsoft.com/office/drawing/2014/main" id="{A8B61D56-65B6-C73F-14D6-D0E6ECD28C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7279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Generated image: Managing inventory with voice commands">
            <a:extLst>
              <a:ext uri="{FF2B5EF4-FFF2-40B4-BE49-F238E27FC236}">
                <a16:creationId xmlns:a16="http://schemas.microsoft.com/office/drawing/2014/main" id="{88AA4CD0-5B88-F5CB-393D-7FA2D320A7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351280"/>
            <a:ext cx="5334000" cy="577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Demand Forecasting That Works: 88% Accuracy, $142M Saved, Stockouts Cut">
            <a:extLst>
              <a:ext uri="{FF2B5EF4-FFF2-40B4-BE49-F238E27FC236}">
                <a16:creationId xmlns:a16="http://schemas.microsoft.com/office/drawing/2014/main" id="{860AE9AD-15CB-038D-5BD4-E64C90A3DA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529840"/>
            <a:ext cx="2875280" cy="362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0A015-8F55-FABA-A4B9-85345D5E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80" y="1780708"/>
            <a:ext cx="6858000" cy="42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2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BE70-8B95-B9A7-C1AE-D859BF18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297013"/>
            <a:ext cx="8610600" cy="129302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18E67-CE7F-0255-53EE-7C9B2D015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10080"/>
            <a:ext cx="6619240" cy="4786125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intelligent solution for efficient inventory management using AI-based demand forecasting.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maintain optimal stock levels by predicting product demand and recommending automatic restocking.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errors, prevents stockouts, and improves overall warehouse efficiency.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analytics dashboards support better decision making for businesses.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SmartShelfX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 smarter, more automated, and data-driven inventory management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Technological Innovations Disrupting The Logistics Sector In India">
            <a:extLst>
              <a:ext uri="{FF2B5EF4-FFF2-40B4-BE49-F238E27FC236}">
                <a16:creationId xmlns:a16="http://schemas.microsoft.com/office/drawing/2014/main" id="{4F3A39CC-928F-C073-3ED0-F82C38C2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00" y="1910080"/>
            <a:ext cx="3860800" cy="386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570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758A-2327-EBC9-FEB9-D4F4005A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760" y="2481412"/>
            <a:ext cx="6421120" cy="2364907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33067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121</TotalTime>
  <Words>519</Words>
  <Application>Microsoft Office PowerPoint</Application>
  <PresentationFormat>Widescreen</PresentationFormat>
  <Paragraphs>49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Vapor Trail</vt:lpstr>
      <vt:lpstr>SmartShelfX:   AI-Based Inventory Forecast &amp; Auto-Restock System          Team Members:        Shiva Kumar Muthe         Ram Charan        Bhanu Prakash        Bharath K H        VennilaGnanavel </vt:lpstr>
      <vt:lpstr>Introduction</vt:lpstr>
      <vt:lpstr>Traditional vs SmartShelfX</vt:lpstr>
      <vt:lpstr>Technologies used</vt:lpstr>
      <vt:lpstr>Modules</vt:lpstr>
      <vt:lpstr>Inventory Management</vt:lpstr>
      <vt:lpstr>Stock Transactions</vt:lpstr>
      <vt:lpstr>Project outcomes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K H</dc:creator>
  <cp:lastModifiedBy>Bharath K H</cp:lastModifiedBy>
  <cp:revision>2</cp:revision>
  <dcterms:created xsi:type="dcterms:W3CDTF">2026-03-22T14:33:57Z</dcterms:created>
  <dcterms:modified xsi:type="dcterms:W3CDTF">2026-03-22T16:35:06Z</dcterms:modified>
</cp:coreProperties>
</file>